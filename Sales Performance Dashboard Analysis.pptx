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590064B-B892-472B-92A2-75F1233AC40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76077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325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6627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735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75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69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316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859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532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52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106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590064B-B892-472B-92A2-75F1233AC40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931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E15DE-DC03-CA8B-7BDD-7311B2109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2670048"/>
          </a:xfrm>
        </p:spPr>
        <p:txBody>
          <a:bodyPr/>
          <a:lstStyle/>
          <a:p>
            <a:r>
              <a:rPr lang="en-IN" dirty="0"/>
              <a:t>Sales Performance Dashboard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7816C4-B938-201A-5279-5EECFF6DC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3667432"/>
            <a:ext cx="9937070" cy="2824808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/>
              <a:t>Business Insights Using Microsoft Excel</a:t>
            </a:r>
          </a:p>
          <a:p>
            <a:endParaRPr lang="en-US" dirty="0"/>
          </a:p>
          <a:p>
            <a:r>
              <a:rPr lang="en-IN" dirty="0"/>
              <a:t>                                                                               </a:t>
            </a:r>
          </a:p>
          <a:p>
            <a:endParaRPr lang="en-IN" dirty="0"/>
          </a:p>
          <a:p>
            <a:r>
              <a:rPr lang="en-IN" dirty="0"/>
              <a:t>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3200" dirty="0"/>
              <a:t>                                                                                                                                                                                                                        Presented by:</a:t>
            </a:r>
          </a:p>
          <a:p>
            <a:r>
              <a:rPr lang="en-US" sz="3200" dirty="0"/>
              <a:t>                                                                                                                                                                                                                        SADHANA RAJAK</a:t>
            </a:r>
          </a:p>
          <a:p>
            <a:endParaRPr lang="en-US" sz="2400" dirty="0"/>
          </a:p>
          <a:p>
            <a:r>
              <a:rPr lang="en-US" sz="3200" dirty="0"/>
              <a:t>                                                                                                                                                                                                                         Tools Used:</a:t>
            </a:r>
          </a:p>
          <a:p>
            <a:r>
              <a:rPr lang="en-US" sz="3200" dirty="0"/>
              <a:t>                                                                                                                                                                                                                         Microsoft Excel | Pivot Tables | Dashboard Visualization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90981949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166D-50FD-AE9D-FA8E-F2B1E54D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024EF-3842-F242-F3D5-3E3C074D5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objective of this project is to analyze company sales performance using Microsoft Excel dashboards and identify business trends related to revenue, products, regions, customer behavior, and sales channels.</a:t>
            </a:r>
          </a:p>
          <a:p>
            <a:endParaRPr lang="en-US" dirty="0"/>
          </a:p>
          <a:p>
            <a:r>
              <a:rPr lang="en-US" dirty="0"/>
              <a:t>The dashboard helps transform raw sales data into meaningful business insights to support data-driven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5491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72AE-4CE8-93F0-9FC3-239A29EF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4F6FB-20E1-4112-A8C1-BC0F09DA5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dataset contains sales transaction details including:</a:t>
            </a:r>
          </a:p>
          <a:p>
            <a:r>
              <a:rPr lang="en-US" dirty="0"/>
              <a:t>Sales Amount</a:t>
            </a:r>
          </a:p>
          <a:p>
            <a:r>
              <a:rPr lang="en-US" dirty="0"/>
              <a:t>Orders</a:t>
            </a:r>
          </a:p>
          <a:p>
            <a:r>
              <a:rPr lang="en-US" dirty="0"/>
              <a:t>Product IDs</a:t>
            </a:r>
          </a:p>
          <a:p>
            <a:r>
              <a:rPr lang="en-US" dirty="0"/>
              <a:t>Product Categories</a:t>
            </a:r>
          </a:p>
          <a:p>
            <a:r>
              <a:rPr lang="en-US" dirty="0"/>
              <a:t>Sales Regions</a:t>
            </a:r>
          </a:p>
          <a:p>
            <a:r>
              <a:rPr lang="en-US" dirty="0"/>
              <a:t>Sales Channels</a:t>
            </a:r>
          </a:p>
          <a:p>
            <a:r>
              <a:rPr lang="en-US" dirty="0"/>
              <a:t>Quantity Sold</a:t>
            </a:r>
          </a:p>
          <a:p>
            <a:r>
              <a:rPr lang="en-US" dirty="0"/>
              <a:t>Sales Representatives</a:t>
            </a:r>
          </a:p>
          <a:p>
            <a:r>
              <a:rPr lang="en-US" dirty="0"/>
              <a:t>Customer Types</a:t>
            </a:r>
          </a:p>
          <a:p>
            <a:r>
              <a:rPr lang="en-US" dirty="0"/>
              <a:t>Payment Methods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4CC01-B2DA-AB70-F071-3EF1C383A3A2}"/>
              </a:ext>
            </a:extLst>
          </p:cNvPr>
          <p:cNvSpPr txBox="1"/>
          <p:nvPr/>
        </p:nvSpPr>
        <p:spPr>
          <a:xfrm>
            <a:off x="8053603" y="1859339"/>
            <a:ext cx="52362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Tools Used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Microsoft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Pivot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Pivot 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Dashboard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1000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4BB70-E3BC-D421-B17A-B3B7CA284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4D621A-738D-8FD4-A48E-F37FA1E29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00" r="19041" b="22722"/>
          <a:stretch>
            <a:fillRect/>
          </a:stretch>
        </p:blipFill>
        <p:spPr>
          <a:xfrm>
            <a:off x="1386768" y="1868129"/>
            <a:ext cx="9379254" cy="3106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6E7AB5-C526-B9DC-56BD-B6BB78B27BBA}"/>
              </a:ext>
            </a:extLst>
          </p:cNvPr>
          <p:cNvSpPr txBox="1"/>
          <p:nvPr/>
        </p:nvSpPr>
        <p:spPr>
          <a:xfrm>
            <a:off x="1261872" y="5437238"/>
            <a:ext cx="9567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dashboard provides a visual representation of company sales performance through KPI metrics, sales comparisons, product analysis, customer behavior analysis, and payment distribution insights.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109557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7C00B-CFDE-7831-9A62-F68BDE616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Analysis Performed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71917-3F0F-515E-E2C1-716508685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875186" cy="48571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following analysis was performed:</a:t>
            </a:r>
          </a:p>
          <a:p>
            <a:r>
              <a:rPr lang="en-US" dirty="0"/>
              <a:t>Total Revenue Analysis</a:t>
            </a:r>
          </a:p>
          <a:p>
            <a:r>
              <a:rPr lang="en-US" dirty="0"/>
              <a:t>Total Orders Analysis</a:t>
            </a:r>
          </a:p>
          <a:p>
            <a:r>
              <a:rPr lang="en-US" dirty="0"/>
              <a:t>Average Sales Calculation</a:t>
            </a:r>
          </a:p>
          <a:p>
            <a:r>
              <a:rPr lang="en-US" dirty="0"/>
              <a:t>Sales by Region</a:t>
            </a:r>
          </a:p>
          <a:p>
            <a:r>
              <a:rPr lang="en-US" dirty="0"/>
              <a:t>Top Performing Products</a:t>
            </a:r>
          </a:p>
          <a:p>
            <a:r>
              <a:rPr lang="en-US" dirty="0"/>
              <a:t>Sales by Category</a:t>
            </a:r>
          </a:p>
          <a:p>
            <a:r>
              <a:rPr lang="en-US" dirty="0"/>
              <a:t>Sales by Sales Channel</a:t>
            </a:r>
          </a:p>
          <a:p>
            <a:r>
              <a:rPr lang="en-US" dirty="0"/>
              <a:t>Sales Representative Performance</a:t>
            </a:r>
          </a:p>
          <a:p>
            <a:r>
              <a:rPr lang="en-US" dirty="0"/>
              <a:t>Customer Type Analysis</a:t>
            </a:r>
          </a:p>
          <a:p>
            <a:r>
              <a:rPr lang="en-US" dirty="0"/>
              <a:t>Payment Method Distribution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5770192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F4EAD-4871-1622-2977-D60A7E77F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133F9-9BC2-44D9-5915-88C9F8A3C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North region generated the highest sales revenue.</a:t>
            </a:r>
          </a:p>
          <a:p>
            <a:r>
              <a:rPr lang="en-US" dirty="0"/>
              <a:t>Product 1009 was identified as the top-performing product.</a:t>
            </a:r>
          </a:p>
          <a:p>
            <a:r>
              <a:rPr lang="en-US" dirty="0"/>
              <a:t>Returning customers contributed more revenue compared to new customers.</a:t>
            </a:r>
          </a:p>
          <a:p>
            <a:r>
              <a:rPr lang="en-US" dirty="0"/>
              <a:t>Sales representatives showed varying levels of performance.</a:t>
            </a:r>
          </a:p>
          <a:p>
            <a:r>
              <a:rPr lang="en-US" dirty="0"/>
              <a:t>Payment methods were distributed almost evenly across customers.</a:t>
            </a:r>
          </a:p>
          <a:p>
            <a:r>
              <a:rPr lang="en-US" dirty="0"/>
              <a:t>Some product categories contributed significantly more revenue than others.</a:t>
            </a:r>
          </a:p>
          <a:p>
            <a:r>
              <a:rPr lang="en-US" dirty="0"/>
              <a:t>Customer purchasing behavior differed across sales channels.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7477461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50A42-EE34-D3AB-C452-1C3207C2D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54F70-91A9-305B-DBB1-A147414F6994}"/>
              </a:ext>
            </a:extLst>
          </p:cNvPr>
          <p:cNvSpPr/>
          <p:nvPr/>
        </p:nvSpPr>
        <p:spPr>
          <a:xfrm>
            <a:off x="1514168" y="5496232"/>
            <a:ext cx="1327355" cy="51127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9193D-90B0-4B5A-D744-83A6C7B29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10005896" cy="4866968"/>
          </a:xfrm>
        </p:spPr>
        <p:txBody>
          <a:bodyPr/>
          <a:lstStyle/>
          <a:p>
            <a:r>
              <a:rPr lang="en-US" dirty="0"/>
              <a:t>Null Hypothesis (H₀):</a:t>
            </a:r>
          </a:p>
          <a:p>
            <a:r>
              <a:rPr lang="en-US" dirty="0"/>
              <a:t>There is no significant difference in sales performance between regions.</a:t>
            </a:r>
          </a:p>
          <a:p>
            <a:endParaRPr lang="en-US" dirty="0"/>
          </a:p>
          <a:p>
            <a:r>
              <a:rPr lang="en-US" dirty="0"/>
              <a:t>Alternative Hypothesis (H₁):</a:t>
            </a:r>
          </a:p>
          <a:p>
            <a:r>
              <a:rPr lang="en-US" dirty="0"/>
              <a:t>There is a significant difference in sales performance between regions.</a:t>
            </a:r>
          </a:p>
          <a:p>
            <a:pPr marL="0" indent="0">
              <a:buNone/>
            </a:pPr>
            <a:r>
              <a:rPr lang="en-US" dirty="0"/>
              <a:t>A basic statistical comparison was performed to analyze sales variation across regions. The findings suggest noticeable differences in regional sales performance, highlighting the need for region-specific business strategies.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      p&lt;0.05</a:t>
            </a:r>
          </a:p>
          <a:p>
            <a:pPr marL="0" indent="0">
              <a:buNone/>
            </a:pPr>
            <a:r>
              <a:rPr lang="en-US" dirty="0"/>
              <a:t>    Values below 0.05 are considered statistically significant.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520640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2108-29B7-CB77-9B64-AF6E80627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EF4C5-BBBE-0712-BD3E-1D13759B1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marketing efforts in high-performing regions.</a:t>
            </a:r>
          </a:p>
          <a:p>
            <a:r>
              <a:rPr lang="en-US" dirty="0"/>
              <a:t>Improve strategies in underperforming regions.</a:t>
            </a:r>
          </a:p>
          <a:p>
            <a:r>
              <a:rPr lang="en-US" dirty="0"/>
              <a:t>Reward top-performing sales representatives.</a:t>
            </a:r>
          </a:p>
          <a:p>
            <a:r>
              <a:rPr lang="en-US" dirty="0"/>
              <a:t>Develop customer retention strategies for returning customers.</a:t>
            </a:r>
          </a:p>
          <a:p>
            <a:r>
              <a:rPr lang="en-US" dirty="0"/>
              <a:t>Optimize payment options for better customer convenience.</a:t>
            </a:r>
          </a:p>
          <a:p>
            <a:r>
              <a:rPr lang="en-US" dirty="0"/>
              <a:t>Maintain inventory for high-demand products and categories.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62023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C0048-A2F7-F283-CC3D-2488FB2ED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F815E-DB41-83D3-FC80-50FC16EBC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transformed raw sales data into meaningful business insights using Microsoft Excel dashboard visualization techniques.</a:t>
            </a:r>
          </a:p>
          <a:p>
            <a:endParaRPr lang="en-US" dirty="0"/>
          </a:p>
          <a:p>
            <a:r>
              <a:rPr lang="en-US" dirty="0"/>
              <a:t>The analysis supports better decision-making related to sales strategy, customer behavior, regional performance, and product management.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07573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30</TotalTime>
  <Words>423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Schoolbook</vt:lpstr>
      <vt:lpstr>Wingdings 2</vt:lpstr>
      <vt:lpstr>View</vt:lpstr>
      <vt:lpstr>Sales Performance Dashboard Analysis</vt:lpstr>
      <vt:lpstr>Project Objective</vt:lpstr>
      <vt:lpstr>Dataset Overview</vt:lpstr>
      <vt:lpstr>Dashboard Overview</vt:lpstr>
      <vt:lpstr>Analysis Performed</vt:lpstr>
      <vt:lpstr>Key Business Insights</vt:lpstr>
      <vt:lpstr>Statistical Validation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2026-05-09T06:53:16Z</dcterms:created>
  <dcterms:modified xsi:type="dcterms:W3CDTF">2026-05-09T07:23:39Z</dcterms:modified>
</cp:coreProperties>
</file>